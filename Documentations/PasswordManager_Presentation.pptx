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50292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594360"/>
            <a:ext cx="438912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Manager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Mohammed Saad Mulla  /  150096725112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Problem Statement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Our Solution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Working (Method / Flow)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480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Slides (excluding Thank-you and Introduction slide) should not be more than 4.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2519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B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today manage passwords for dozens of apps and websites.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passwords in plain text or reusing them poses serious security risks.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data breaches, identity theft and unauthorized account access.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simple, beginner-level tool that stores credentials safely using encryption.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 system to add, view, update and delete passwords without any security risk.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2519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B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menu-driven Secure Password Manager in C++ using Object Oriented Programming.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login with username and password — system locks after 3 wrong attempts.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encrypted using Caesar Cipher (shift +3) before saving — never stored as plain text.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add, view, update and delete credentials — all saved in passwords.txt.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logged with timestamps in log.txt. Report shows total accounts and last login.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2519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B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 (Method / Flow)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Program starts → loads saved credentials from passwords.txt into a vector.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User enters master username &amp; password → checked against User class values.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Wrong login → attempt count goes up → system locks after 3 failed tries.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After login → menu appears → user picks an option (add / view / update / delete / report).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EncryptionManager encrypts passwords before saving, decrypts only when user views them.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StorageManager writes every change to file and logs every action with a timestamp.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2519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B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fully working Secure Password Manager in C++.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basic concepts — classes, vectors, file handling, loops and functions.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in plain text — encryption is applied on every save.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like login lockout, logging and reporting make it feel like a real product.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that first year C++ is enough to build something with real practical value.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2519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B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7724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868680"/>
            <a:ext cx="438912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2026-03-14T10:09:49Z</dcterms:created>
  <dcterms:modified xsi:type="dcterms:W3CDTF">2026-03-14T10:09:49Z</dcterms:modified>
</cp:coreProperties>
</file>